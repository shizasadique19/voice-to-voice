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Voice-To-Voice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926080" y="13258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325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Conversational Intelligence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6974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926080"/>
            <a:ext cx="7315200" cy="1691640"/>
          </a:xfrm>
          <a:prstGeom prst="roundRect">
            <a:avLst>
              <a:gd name="adj" fmla="val 5405"/>
            </a:avLst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090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Mr. Faisal Hafeez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456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Qurra-tul-ain, Shiza Sadique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822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CS-602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3410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Voice-to-Voice AI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Layyah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4663440"/>
            <a:ext cx="3657600" cy="347472"/>
          </a:xfrm>
          <a:prstGeom prst="roundRect">
            <a:avLst>
              <a:gd name="adj" fmla="val 47368"/>
            </a:avLst>
          </a:prstGeom>
          <a:solidFill>
            <a:srgbClr val="1E1E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4663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Alex: Your Multilingual AI Teaching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74720" y="1143000"/>
            <a:ext cx="21945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next-generation web application designed for real-time, ultra-low latency voice interaction. Featuring a premium Glassmorphism UI, "Alex" provides an immersive conversational experience that feels human, fast, and intelligent.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"Alex": The Persona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Teacher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is a sophisticated AI persona trained to be a multilingual customer support agent and expert mentor.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04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rather than just answering.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80720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probing questions to stimulate thought.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282696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552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structured, step-by-step learning paths.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58184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730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professional, pedagogical tone.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Analysis Interface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I Help You?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listening..."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Chat With AI Bot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Seamless, phone-like two-way conversational experience with minimal audio latency.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280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Sleek, frosted-glass subtitle box displaying dynamic speaker tagging in real-time.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280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pulsing, animated central orb that reacts instantly when the AI starts speaking.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Glassmorphism 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474720"/>
          </a:xfrm>
          <a:prstGeom prst="roundRect">
            <a:avLst>
              <a:gd name="adj" fmla="val 5263"/>
            </a:avLst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097280"/>
            <a:ext cx="2377440" cy="2377440"/>
          </a:xfrm>
          <a:prstGeom prst="ellipse">
            <a:avLst/>
          </a:prstGeom>
          <a:solidFill>
            <a:srgbClr val="6699FF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611880"/>
            <a:ext cx="2560320" cy="320040"/>
          </a:xfrm>
          <a:prstGeom prst="roundRect">
            <a:avLst>
              <a:gd name="adj" fmla="val 42857"/>
            </a:avLst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DARK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4005072"/>
            <a:ext cx="2560320" cy="320040"/>
          </a:xfrm>
          <a:prstGeom prst="roundRect">
            <a:avLst>
              <a:gd name="adj" fmla="val 4285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05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Enable Microphone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 &amp; Motion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18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 glass effects using backdrop-filter.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28600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258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radial gradients for depth.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898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animations via Framer Motion.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56616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5387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live call timer (HH:MM:SS).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Latency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280160"/>
            <a:ext cx="6858000" cy="438912"/>
          </a:xfrm>
          <a:prstGeom prst="roundRect">
            <a:avLst>
              <a:gd name="adj" fmla="val 45833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1280160"/>
            <a:ext cx="6675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4200ms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Stream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2103120"/>
            <a:ext cx="2560320" cy="438912"/>
          </a:xfrm>
          <a:prstGeom prst="roundRect">
            <a:avLst>
              <a:gd name="adj" fmla="val 45833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21031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2926080"/>
            <a:ext cx="1645920" cy="438912"/>
          </a:xfrm>
          <a:prstGeom prst="roundRect">
            <a:avLst>
              <a:gd name="adj" fmla="val 45833"/>
            </a:avLst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2926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processing audio in 20ms chunks, the Vapi pipeline reduces dead air by nearly 90% compared to traditional architectures.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Process: The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76809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395728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launches app and initiates connection.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395728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WebRTC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audio handshake with Vapi backend.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395728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reasoning meets ElevenLabs speech.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2395728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Termination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ends and exact duration is logged.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Intelligence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follows a parallel streaming pipeline rather than a batch process. Audio flows from the client to Vapi, where it is transcribed and sent to the LLM brain.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acts as the reasoning engine at 0.4 temperature. ElevenLabs Elliot provides hyper-realistic speech synthesis.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731520"/>
            <a:ext cx="4389120" cy="1097280"/>
          </a:xfrm>
          <a:prstGeom prst="roundRect">
            <a:avLst>
              <a:gd name="adj" fmla="val 8333"/>
            </a:avLst>
          </a:prstGeom>
          <a:solidFill>
            <a:srgbClr val="3B3B4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 Linear Translation (Siloed)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 →  Language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103120"/>
            <a:ext cx="4389120" cy="2560320"/>
          </a:xfrm>
          <a:prstGeom prst="roundRect">
            <a:avLst>
              <a:gd name="adj" fmla="val 3571"/>
            </a:avLst>
          </a:prstGeom>
          <a:solidFill>
            <a:srgbClr val="1A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MODERN: Native Multimodal (Unified)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Multimodal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Vision + Language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 a single unified 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maximum coherence &amp; speed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1E3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CSS (Variables)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05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(LLM)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Elliot (TTS)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05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SDK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Icons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&lt;500ms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END-TO-END LATENCY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sub-second response time is critical for maintaining the illusion of life, ensuring the AI doesn't feel robotic or laggy during high-speed exchanges.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840480"/>
          </a:xfrm>
          <a:prstGeom prst="roundRect">
            <a:avLst>
              <a:gd name="adj" fmla="val 3571"/>
            </a:avLst>
          </a:prstGeom>
          <a:solidFill>
            <a:srgbClr val="1A1D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Voice-to-Voice AI Agent proves that modern web technologies can deliver human-like engagement at scale. Looking forward, the platform is ready for: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with external databases.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Support: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expansion.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01168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Analysis: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emotional adaptation.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RAG: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proprietary documents.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0" y="3017520"/>
            <a:ext cx="4023360" cy="1280160"/>
          </a:xfrm>
          <a:prstGeom prst="roundRect">
            <a:avLst>
              <a:gd name="adj" fmla="val 10714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560320" y="30175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Presentation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Voice-to-Voice AI Agent: Alex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Voice-to-Voice AI Agent</dc:title>
  <dc:subject>PptxGenJS Presentation</dc:subject>
  <dc:creator>PptxGenJS</dc:creator>
  <cp:lastModifiedBy>PptxGenJS</cp:lastModifiedBy>
  <cp:revision>1</cp:revision>
  <dcterms:created xsi:type="dcterms:W3CDTF">2026-06-04T06:19:06Z</dcterms:created>
  <dcterms:modified xsi:type="dcterms:W3CDTF">2026-06-04T06:19:06Z</dcterms:modified>
</cp:coreProperties>
</file>